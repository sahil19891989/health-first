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energy. This is not another parental-control app - it's a reward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hook. Deliver the quote slowly - it's the line that justifies everything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solution in one line, then hit the six advantages quickly - this sets up the comparison slide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differentiator judges will remember. Restrict vs Reward.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flow left to right, then flag the sleep-timing fix as proof of real engineering rigor.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brief - one breath explaining the diagram, then move to Wider 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answers 'so what' for judges - why this matters beyond one demo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proof bullets, then read the links out loud slowly if this is on screen during the recorded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this line, then stop talking. Let the tagline be the last thing they hear.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411479"/>
            <a:ext cx="1005840" cy="100584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>
                <a:solidFill>
                  <a:srgbClr val="FFFFFF"/>
                </a:solidFill>
              </a:rPr>
              <a:t>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FFFFFF"/>
                </a:solidFill>
                <a:latin typeface="Cambria"/>
              </a:rPr>
              <a:t>Health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DCE8D9"/>
                </a:solidFill>
                <a:latin typeface="Calibri"/>
              </a:rPr>
              <a:t>The first screen-time app that rewards health — instead of just restricting screens.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343400"/>
            <a:ext cx="4023360" cy="384048"/>
          </a:xfrm>
          <a:prstGeom prst="roundRect">
            <a:avLst>
              <a:gd name="adj" fmla="val 5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QUTUHAL INNOVATEX 2.0  ·  FINAL PITCH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F2D22"/>
                </a:solidFill>
                <a:latin typeface="Cambria"/>
              </a:rPr>
              <a:t>It's Not Just a Kid Problem.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9164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E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96596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A8F8B"/>
                </a:solidFill>
                <a:latin typeface="Calibri"/>
              </a:rPr>
              <a:t>THE ASSUMPTION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423160"/>
            <a:ext cx="4297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Kids skip water, movement, sleep, and fruit because they're distracted by screens and no one checks.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49039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A8F8B"/>
                </a:solidFill>
                <a:latin typeface="Calibri"/>
              </a:rPr>
              <a:t>SO WE TESTED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206240"/>
            <a:ext cx="4297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We asked our own family the same question adults never get asked.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257800" cy="3931920"/>
          </a:xfrm>
          <a:prstGeom prst="roundRect">
            <a:avLst>
              <a:gd name="adj" fmla="val 10000"/>
            </a:avLst>
          </a:prstGeom>
          <a:solidFill>
            <a:srgbClr val="DD6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7E1D5"/>
                </a:solidFill>
                <a:latin typeface="Calibri"/>
              </a:rPr>
              <a:t>THE FINDING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14600"/>
            <a:ext cx="4526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“They confirmed it happens to them too.”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434840"/>
            <a:ext cx="4526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F7E1D5"/>
                </a:solidFill>
                <a:latin typeface="Calibri"/>
              </a:rPr>
              <a:t>This isn't a discipline problem in one house. It's a habit-formation problem in every house.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2D22"/>
                </a:solidFill>
                <a:latin typeface="Cambria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784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Turn proven health habits into earned screen time — nothing unlocks until it's honestly earned.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3337560" cy="1874519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" y="19110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>
                <a:solidFill>
                  <a:srgbClr val="3E7A5C"/>
                </a:solidFill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929384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2D22"/>
                </a:solidFill>
                <a:latin typeface="Cambria"/>
              </a:rPr>
              <a:t>Motivating, Not Punitive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87752"/>
            <a:ext cx="28803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A5F"/>
                </a:solidFill>
                <a:latin typeface="Calibri"/>
              </a:rPr>
              <a:t>Kids earn rewards instead of losing privileges — the opposite of typical restriction apps.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91640"/>
            <a:ext cx="3337560" cy="1874519"/>
          </a:xfrm>
          <a:prstGeom prst="roundRect">
            <a:avLst>
              <a:gd name="adj" fmla="val 10000"/>
            </a:avLst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45152" y="19110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>
                <a:solidFill>
                  <a:srgbClr val="DD6B42"/>
                </a:solidFill>
              </a:rPr>
              <a:t>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94376" y="1929384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2D22"/>
                </a:solidFill>
                <a:latin typeface="Cambria"/>
              </a:rPr>
              <a:t>Less Family Conflict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4296" y="2587752"/>
            <a:ext cx="28803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A5F"/>
                </a:solidFill>
                <a:latin typeface="Calibri"/>
              </a:rPr>
              <a:t>Screen time becomes a shared goal between parent and kid, not a daily fight.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7575" y="1691640"/>
            <a:ext cx="3337560" cy="1874519"/>
          </a:xfrm>
          <a:prstGeom prst="roundRect">
            <a:avLst>
              <a:gd name="adj" fmla="val 10000"/>
            </a:avLst>
          </a:prstGeom>
          <a:solidFill>
            <a:srgbClr val="F5E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57031" y="19110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>
                <a:solidFill>
                  <a:srgbClr val="DB9D3B"/>
                </a:solidFill>
              </a:rPr>
              <a:t>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6255" y="1929384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2D22"/>
                </a:solidFill>
                <a:latin typeface="Cambria"/>
              </a:rPr>
              <a:t>Fully Customizable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5" y="2587752"/>
            <a:ext cx="28803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A5F"/>
                </a:solidFill>
                <a:latin typeface="Calibri"/>
              </a:rPr>
              <a:t>Parents set their own goals and exactly how many minutes each one is worth.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94760"/>
            <a:ext cx="3337560" cy="1874519"/>
          </a:xfrm>
          <a:prstGeom prst="roundRect">
            <a:avLst>
              <a:gd name="adj" fmla="val 10000"/>
            </a:avLst>
          </a:prstGeom>
          <a:solidFill>
            <a:srgbClr val="E2E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2416" y="401421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>
                <a:solidFill>
                  <a:srgbClr val="6E6FBF"/>
                </a:solidFill>
              </a:rPr>
              <a:t>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032504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2D22"/>
                </a:solidFill>
                <a:latin typeface="Cambria"/>
              </a:rPr>
              <a:t>Builds Real Habits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690872"/>
            <a:ext cx="28803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A5F"/>
                </a:solidFill>
                <a:latin typeface="Calibri"/>
              </a:rPr>
              <a:t>Daily repetition plus streaks reinforce long-term behavior change, not one-off compliance.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25696" y="3794760"/>
            <a:ext cx="3337560" cy="1874519"/>
          </a:xfrm>
          <a:prstGeom prst="roundRect">
            <a:avLst>
              <a:gd name="adj" fmla="val 10000"/>
            </a:avLst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45152" y="401421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>
                <a:solidFill>
                  <a:srgbClr val="DD6B42"/>
                </a:solidFill>
              </a:rPr>
              <a:t>⚖️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94376" y="4032504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2D22"/>
                </a:solidFill>
                <a:latin typeface="Cambria"/>
              </a:rPr>
              <a:t>Fair &amp; Honest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4296" y="4690872"/>
            <a:ext cx="28803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A5F"/>
                </a:solidFill>
                <a:latin typeface="Calibri"/>
              </a:rPr>
              <a:t>Partial effort still banks time — one missed goal doesn't erase the whole day.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7575" y="3794760"/>
            <a:ext cx="3337560" cy="1874519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57031" y="401421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>
                <a:solidFill>
                  <a:srgbClr val="3E7A5C"/>
                </a:solidFill>
              </a:rPr>
              <a:t>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06255" y="4032504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2D22"/>
                </a:solidFill>
                <a:latin typeface="Cambria"/>
              </a:rPr>
              <a:t>Works for Any Family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4690872"/>
            <a:ext cx="28803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A5F"/>
                </a:solidFill>
                <a:latin typeface="Calibri"/>
              </a:rPr>
              <a:t>No fixed rules — adapts to each household's own goals and routines.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Why Screen-Time Apps Don't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They all take the same approach. We took the opposite one.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5029200" cy="4114800"/>
          </a:xfrm>
          <a:prstGeom prst="roundRect">
            <a:avLst>
              <a:gd name="adj" fmla="val 10000"/>
            </a:avLst>
          </a:prstGeom>
          <a:solidFill>
            <a:srgbClr val="E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488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A8F8B"/>
                </a:solidFill>
                <a:latin typeface="Calibri"/>
              </a:rPr>
              <a:t>TYPICAL APPS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Restrict access with a hard timer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Kid feels punished, not motivated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Parent becomes the enforcer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One fixed rule for every family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Screen time becomes a daily fight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074920" cy="4114800"/>
          </a:xfrm>
          <a:prstGeom prst="roundRect">
            <a:avLst>
              <a:gd name="adj" fmla="val 1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1488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CE8D9"/>
                </a:solidFill>
                <a:latin typeface="Calibri"/>
              </a:rPr>
              <a:t>HEALTH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65176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Rewards healthy habits with earned time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Kid feels motivated by immediate credit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Parent becomes a coach, not a warden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Every goal and reward is configurable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Screen time becomes a shared goal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A daily checklist of health goals — proven honestly — banks screen time.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1965960"/>
            <a:ext cx="1097280" cy="1097280"/>
          </a:xfrm>
          <a:prstGeom prst="ellipse">
            <a:avLst/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3E7A5C"/>
                </a:solidFill>
              </a:rPr>
              <a:t>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Water</a:t>
            </a:r>
          </a:p>
        </p:txBody>
      </p:sp>
      <p:sp>
        <p:nvSpPr>
          <p:cNvPr id="6" name="Oval 5"/>
          <p:cNvSpPr/>
          <p:nvPr/>
        </p:nvSpPr>
        <p:spPr>
          <a:xfrm>
            <a:off x="3611879" y="1965960"/>
            <a:ext cx="1097280" cy="1097280"/>
          </a:xfrm>
          <a:prstGeom prst="ellipse">
            <a:avLst/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DD6B42"/>
                </a:solidFill>
              </a:rPr>
              <a:t>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Move</a:t>
            </a:r>
          </a:p>
        </p:txBody>
      </p:sp>
      <p:sp>
        <p:nvSpPr>
          <p:cNvPr id="8" name="Oval 7"/>
          <p:cNvSpPr/>
          <p:nvPr/>
        </p:nvSpPr>
        <p:spPr>
          <a:xfrm>
            <a:off x="5943600" y="1965960"/>
            <a:ext cx="1097280" cy="1097280"/>
          </a:xfrm>
          <a:prstGeom prst="ellipse">
            <a:avLst/>
          </a:prstGeom>
          <a:solidFill>
            <a:srgbClr val="E2E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6E6FBF"/>
                </a:solidFill>
              </a:rPr>
              <a:t>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79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Sleep</a:t>
            </a:r>
          </a:p>
        </p:txBody>
      </p:sp>
      <p:sp>
        <p:nvSpPr>
          <p:cNvPr id="10" name="Oval 9"/>
          <p:cNvSpPr/>
          <p:nvPr/>
        </p:nvSpPr>
        <p:spPr>
          <a:xfrm>
            <a:off x="8275320" y="1965960"/>
            <a:ext cx="1097280" cy="1097280"/>
          </a:xfrm>
          <a:prstGeom prst="ellipse">
            <a:avLst/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DD6B42"/>
                </a:solidFill>
              </a:rPr>
              <a:t>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Fruit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886200"/>
            <a:ext cx="155448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8620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977639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886200"/>
            <a:ext cx="228600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388620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Photo or PIN Proof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977639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3886200"/>
            <a:ext cx="210312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3886200"/>
            <a:ext cx="21031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Minutes Banked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977639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886200"/>
            <a:ext cx="155448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388620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Unlock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46320"/>
            <a:ext cx="10515600" cy="1371600"/>
          </a:xfrm>
          <a:prstGeom prst="roundRect">
            <a:avLst>
              <a:gd name="adj" fmla="val 10000"/>
            </a:avLst>
          </a:prstGeom>
          <a:solidFill>
            <a:srgbClr val="F5E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5074920"/>
            <a:ext cx="9784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C5A44"/>
                </a:solidFill>
                <a:latin typeface="Calibri"/>
              </a:rPr>
              <a:t>The one exception: Sleep is checked each morning about last night's bedtime, not at night — a real bug we caught and fixed, so the reward is never gated on something unverifiable until after bedtime.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Under the Hood: Simple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DCE8D9"/>
                </a:solidFill>
                <a:latin typeface="Calibri"/>
              </a:rPr>
              <a:t>One file. No backend. No build step.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80360" y="1691640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360" y="1691640"/>
            <a:ext cx="6400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🌐  health_first.html — loads in any browser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237744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DCE8D9"/>
                </a:solidFill>
                <a:latin typeface="Calibri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2743200"/>
            <a:ext cx="3063240" cy="658368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2743200"/>
            <a:ext cx="3063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F3D2B"/>
                </a:solidFill>
                <a:latin typeface="Calibri"/>
              </a:rPr>
              <a:t>🧒  Kid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743200"/>
            <a:ext cx="3063240" cy="658368"/>
          </a:xfrm>
          <a:prstGeom prst="roundRect">
            <a:avLst>
              <a:gd name="adj" fmla="val 10000"/>
            </a:avLst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743200"/>
            <a:ext cx="3063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F3D2B"/>
                </a:solidFill>
                <a:latin typeface="Calibri"/>
              </a:rPr>
              <a:t>👨  Parent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0" y="342900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DCE8D9"/>
                </a:solidFill>
                <a:latin typeface="Calibri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3794760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DB9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3794760"/>
            <a:ext cx="6400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3D2B"/>
                </a:solidFill>
                <a:latin typeface="Calibri"/>
              </a:rPr>
              <a:t>⚙️  Central App State — goals, streak, minute balance,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448056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DCE8D9"/>
                </a:solidFill>
                <a:latin typeface="Calibri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4846320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1F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4846320"/>
            <a:ext cx="6400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💾  Browser localStorage — persists per day, auto-resets at midnight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566928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1">
                <a:solidFill>
                  <a:srgbClr val="DCE8D9"/>
                </a:solidFill>
                <a:latin typeface="Calibri"/>
              </a:rPr>
              <a:t>Every tap mutates the state object, then redraws the current view — the same reactive loop that made 5 weeks of rapid iteration possible.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Built for One Family. Designed for Every Family.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88720" y="21031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3E7A5C"/>
                </a:solidFill>
              </a:rPr>
              <a:t>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212140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Universal habits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606040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Water, sleep, movement, and nutrition are the same challenge in every home, every culture, every income level — this isn't a niche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82880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20840" y="21031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DD6B42"/>
                </a:solidFill>
              </a:rPr>
              <a:t>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212140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Any habit, not just 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606040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Parents can already add custom goals — reading, chores, homework — the checklist → proof → reward engine generalizes far beyond the 4 defaults.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F5E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88720" y="443484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DB9D3B"/>
                </a:solidFill>
              </a:rPr>
              <a:t>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445312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Rides a real trend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4937759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Global concern over kids' screen time is only growing — Health First turns that fight into a shared incentive instead of a source of family conflict.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416052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E2E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0840" y="443484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6E6FBF"/>
                </a:solidFill>
              </a:rPr>
              <a:t>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445312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A path to 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4937759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School wellness programs, pediatrician recommendations, and family-plan subscriptions are natural next steps for the same core engine.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mbria"/>
              </a:rPr>
              <a:t>It's Real — Try It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DCE8D9"/>
                </a:solidFill>
                <a:latin typeface="Calibri"/>
              </a:rPr>
              <a:t>Every feature below is live, clickable, and running right now.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5486400" cy="4572000"/>
          </a:xfrm>
          <a:prstGeom prst="roundRect">
            <a:avLst>
              <a:gd name="adj" fmla="val 10000"/>
            </a:avLst>
          </a:prstGeom>
          <a:solidFill>
            <a:srgbClr val="2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CE8D9"/>
                </a:solidFill>
                <a:latin typeface="Calibri"/>
              </a:rPr>
              <a:t>WHAT'S ACTUALLY WORKING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48463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2000"/>
              </a:spcAft>
              <a:buClr>
                <a:srgbClr val="3E7A5C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Real photo upload and parent-PIN verification</a:t>
            </a:r>
          </a:p>
          <a:p>
            <a:pPr indent="-201168" marL="201168">
              <a:lnSpc>
                <a:spcPct val="115000"/>
              </a:lnSpc>
              <a:spcAft>
                <a:spcPts val="2000"/>
              </a:spcAft>
              <a:buClr>
                <a:srgbClr val="3E7A5C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A live countdown that spends banked minutes and warns before time runs out</a:t>
            </a:r>
          </a:p>
          <a:p>
            <a:pPr indent="-201168" marL="201168">
              <a:lnSpc>
                <a:spcPct val="115000"/>
              </a:lnSpc>
              <a:spcAft>
                <a:spcPts val="2000"/>
              </a:spcAft>
              <a:buClr>
                <a:srgbClr val="3E7A5C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State that persists day to day, with automatic daily reset</a:t>
            </a:r>
          </a:p>
          <a:p>
            <a:pPr indent="-201168" marL="201168">
              <a:lnSpc>
                <a:spcPct val="115000"/>
              </a:lnSpc>
              <a:spcAft>
                <a:spcPts val="2000"/>
              </a:spcAft>
              <a:buClr>
                <a:srgbClr val="3E7A5C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A parent dashboard to add goals, set rewards, and approve proof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846320" cy="1371600"/>
          </a:xfrm>
          <a:prstGeom prst="roundRect">
            <a:avLst>
              <a:gd name="adj" fmla="val 1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20116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LIVE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423160"/>
            <a:ext cx="4297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claude.ai/code/artifact/dc777afc-bb3e-408c-aede-89ed91983bd3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3337560"/>
            <a:ext cx="4846320" cy="1371600"/>
          </a:xfrm>
          <a:prstGeom prst="roundRect">
            <a:avLst>
              <a:gd name="adj" fmla="val 10000"/>
            </a:avLst>
          </a:prstGeom>
          <a:solidFill>
            <a:srgbClr val="DD6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352044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SOURCE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931920"/>
            <a:ext cx="4297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github.com/sahil19891989/health-first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4846320"/>
            <a:ext cx="4846320" cy="1371600"/>
          </a:xfrm>
          <a:prstGeom prst="roundRect">
            <a:avLst>
              <a:gd name="adj" fmla="val 10000"/>
            </a:avLst>
          </a:prstGeom>
          <a:solidFill>
            <a:srgbClr val="DB9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50292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3D2B"/>
                </a:solidFill>
                <a:latin typeface="Calibri"/>
              </a:rPr>
              <a:t>DEMO PARENT PIN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5394960"/>
            <a:ext cx="4297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F3D2B"/>
                </a:solidFill>
                <a:latin typeface="Cambria"/>
              </a:rPr>
              <a:t>1234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Why Health First Wins</a:t>
            </a:r>
          </a:p>
        </p:txBody>
      </p:sp>
      <p:sp>
        <p:nvSpPr>
          <p:cNvPr id="3" name="Oval 2"/>
          <p:cNvSpPr/>
          <p:nvPr/>
        </p:nvSpPr>
        <p:spPr>
          <a:xfrm>
            <a:off x="1097280" y="1828800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828800"/>
            <a:ext cx="8961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A real problem, validated with real people — one family's honest answer reshaped the whole reward system.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788920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788920"/>
            <a:ext cx="8961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A real working product — every claim on this deck is a live, clickable feature.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49039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749039"/>
            <a:ext cx="8961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A genuinely different model — reward, not restrict.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709159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4709159"/>
            <a:ext cx="8961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Built to scale beyond one house — any habit, any family, any culture.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DCE8D9"/>
                </a:solidFill>
                <a:latin typeface="Calibri"/>
              </a:rPr>
              <a:t>Health First — making healthy habits the actual price of screen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